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7DED7-87E9-8FFE-C42B-07F44890EE69}" v="36" dt="2026-07-14T12:42:56.73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5" d="100"/>
          <a:sy n="65" d="100"/>
        </p:scale>
        <p:origin x="7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hrivastava" userId="S::ashrivastava@edunetfoundation.org::c21995ab-fa37-4cde-b5a3-dec0fb9e9a10" providerId="AD" clId="Web-{088AD18C-7811-B1E2-9ED5-57A1A5542DF6}"/>
    <pc:docChg chg="addSld delSld modSld sldOrd">
      <pc:chgData name="Aman Shrivastava" userId="S::ashrivastava@edunetfoundation.org::c21995ab-fa37-4cde-b5a3-dec0fb9e9a10" providerId="AD" clId="Web-{088AD18C-7811-B1E2-9ED5-57A1A5542DF6}" dt="2026-06-19T06:28:44.546" v="262"/>
      <pc:docMkLst>
        <pc:docMk/>
      </pc:docMkLst>
      <pc:sldChg chg="addSp delSp modSp">
        <pc:chgData name="Aman Shrivastava" userId="S::ashrivastava@edunetfoundation.org::c21995ab-fa37-4cde-b5a3-dec0fb9e9a10" providerId="AD" clId="Web-{088AD18C-7811-B1E2-9ED5-57A1A5542DF6}" dt="2026-06-19T06:24:33.481" v="246"/>
        <pc:sldMkLst>
          <pc:docMk/>
          <pc:sldMk cId="0" sldId="257"/>
        </pc:sldMkLst>
        <pc:spChg chg="add mod">
          <ac:chgData name="Aman Shrivastava" userId="S::ashrivastava@edunetfoundation.org::c21995ab-fa37-4cde-b5a3-dec0fb9e9a10" providerId="AD" clId="Web-{088AD18C-7811-B1E2-9ED5-57A1A5542DF6}" dt="2026-06-19T06:23:34.731" v="211" actId="20577"/>
          <ac:spMkLst>
            <pc:docMk/>
            <pc:sldMk cId="0" sldId="257"/>
            <ac:spMk id="3" creationId="{B0B023FA-CFEB-ACE9-8425-7E72E307CDC5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5:34.945" v="78" actId="1076"/>
        <pc:sldMkLst>
          <pc:docMk/>
          <pc:sldMk cId="0" sldId="262"/>
        </pc:sldMkLst>
        <pc:picChg chg="add mod">
          <ac:chgData name="Aman Shrivastava" userId="S::ashrivastava@edunetfoundation.org::c21995ab-fa37-4cde-b5a3-dec0fb9e9a10" providerId="AD" clId="Web-{088AD18C-7811-B1E2-9ED5-57A1A5542DF6}" dt="2026-06-19T06:15:34.945" v="78" actId="1076"/>
          <ac:picMkLst>
            <pc:docMk/>
            <pc:sldMk cId="0" sldId="262"/>
            <ac:picMk id="3" creationId="{81932CE2-F219-0CA8-0102-55B8C682B8A2}"/>
          </ac:picMkLst>
        </pc:picChg>
      </pc:sldChg>
      <pc:sldChg chg="addSp delSp modSp">
        <pc:chgData name="Aman Shrivastava" userId="S::ashrivastava@edunetfoundation.org::c21995ab-fa37-4cde-b5a3-dec0fb9e9a10" providerId="AD" clId="Web-{088AD18C-7811-B1E2-9ED5-57A1A5542DF6}" dt="2026-06-19T06:25:36.169" v="257" actId="20577"/>
        <pc:sldMkLst>
          <pc:docMk/>
          <pc:sldMk cId="2115484872" sldId="277"/>
        </pc:sldMkLst>
        <pc:spChg chg="add mod">
          <ac:chgData name="Aman Shrivastava" userId="S::ashrivastava@edunetfoundation.org::c21995ab-fa37-4cde-b5a3-dec0fb9e9a10" providerId="AD" clId="Web-{088AD18C-7811-B1E2-9ED5-57A1A5542DF6}" dt="2026-06-19T06:25:32.075" v="255" actId="20577"/>
          <ac:spMkLst>
            <pc:docMk/>
            <pc:sldMk cId="2115484872" sldId="277"/>
            <ac:spMk id="14" creationId="{7B8E599E-5B1D-59CD-4F1D-CEF8D0CA327B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5:36.169" v="257" actId="20577"/>
          <ac:spMkLst>
            <pc:docMk/>
            <pc:sldMk cId="2115484872" sldId="277"/>
            <ac:spMk id="15" creationId="{B22EA981-5113-2D05-C1A2-169306E1D47C}"/>
          </ac:spMkLst>
        </pc:spChg>
        <pc:picChg chg="add mod">
          <ac:chgData name="Aman Shrivastava" userId="S::ashrivastava@edunetfoundation.org::c21995ab-fa37-4cde-b5a3-dec0fb9e9a10" providerId="AD" clId="Web-{088AD18C-7811-B1E2-9ED5-57A1A5542DF6}" dt="2026-06-19T06:25:26.403" v="253" actId="1076"/>
          <ac:picMkLst>
            <pc:docMk/>
            <pc:sldMk cId="2115484872" sldId="277"/>
            <ac:picMk id="12" creationId="{3E29AF1D-88C4-87E5-74DF-4E97121E06CE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4" actId="1076"/>
          <ac:picMkLst>
            <pc:docMk/>
            <pc:sldMk cId="2115484872" sldId="277"/>
            <ac:picMk id="13" creationId="{C81444F5-0692-DD67-1759-70821E53B029}"/>
          </ac:picMkLst>
        </pc:picChg>
      </pc:sldChg>
      <pc:sldChg chg="addSp delSp modSp add del ord">
        <pc:chgData name="Aman Shrivastava" userId="S::ashrivastava@edunetfoundation.org::c21995ab-fa37-4cde-b5a3-dec0fb9e9a10" providerId="AD" clId="Web-{088AD18C-7811-B1E2-9ED5-57A1A5542DF6}" dt="2026-06-19T06:28:44.546" v="262"/>
        <pc:sldMkLst>
          <pc:docMk/>
          <pc:sldMk cId="3764405840" sldId="278"/>
        </pc:sldMkLst>
        <pc:spChg chg="add del mod">
          <ac:chgData name="Aman Shrivastava" userId="S::ashrivastava@edunetfoundation.org::c21995ab-fa37-4cde-b5a3-dec0fb9e9a10" providerId="AD" clId="Web-{088AD18C-7811-B1E2-9ED5-57A1A5542DF6}" dt="2026-06-19T06:06:19.065" v="68" actId="20577"/>
          <ac:spMkLst>
            <pc:docMk/>
            <pc:sldMk cId="3764405840" sldId="278"/>
            <ac:spMk id="2" creationId="{151FBD4A-3273-E454-091D-D5B0678FC299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1:15.349" v="75" actId="1076"/>
        <pc:sldMkLst>
          <pc:docMk/>
          <pc:sldMk cId="2772501912" sldId="279"/>
        </pc:sldMkLst>
        <pc:picChg chg="add mod">
          <ac:chgData name="Aman Shrivastava" userId="S::ashrivastava@edunetfoundation.org::c21995ab-fa37-4cde-b5a3-dec0fb9e9a10" providerId="AD" clId="Web-{088AD18C-7811-B1E2-9ED5-57A1A5542DF6}" dt="2026-06-19T06:11:15.349" v="75" actId="1076"/>
          <ac:picMkLst>
            <pc:docMk/>
            <pc:sldMk cId="2772501912" sldId="279"/>
            <ac:picMk id="4" creationId="{C597681A-DF93-B190-DD21-CBAEDA4E3CBF}"/>
          </ac:picMkLst>
        </pc:picChg>
      </pc:sldChg>
      <pc:sldChg chg="addSp delSp ord">
        <pc:chgData name="Aman Shrivastava" userId="S::ashrivastava@edunetfoundation.org::c21995ab-fa37-4cde-b5a3-dec0fb9e9a10" providerId="AD" clId="Web-{088AD18C-7811-B1E2-9ED5-57A1A5542DF6}" dt="2026-06-19T06:27:30.076" v="259"/>
        <pc:sldMkLst>
          <pc:docMk/>
          <pc:sldMk cId="2605851928" sldId="287"/>
        </pc:sldMkLst>
      </pc:sldChg>
      <pc:sldChg chg="addSp delSp modSp new">
        <pc:chgData name="Aman Shrivastava" userId="S::ashrivastava@edunetfoundation.org::c21995ab-fa37-4cde-b5a3-dec0fb9e9a10" providerId="AD" clId="Web-{088AD18C-7811-B1E2-9ED5-57A1A5542DF6}" dt="2026-06-19T05:49:31.148" v="36" actId="20577"/>
        <pc:sldMkLst>
          <pc:docMk/>
          <pc:sldMk cId="1229047658" sldId="288"/>
        </pc:sldMkLst>
        <pc:spChg chg="add mod">
          <ac:chgData name="Aman Shrivastava" userId="S::ashrivastava@edunetfoundation.org::c21995ab-fa37-4cde-b5a3-dec0fb9e9a10" providerId="AD" clId="Web-{088AD18C-7811-B1E2-9ED5-57A1A5542DF6}" dt="2026-06-19T05:49:31.148" v="36" actId="20577"/>
          <ac:spMkLst>
            <pc:docMk/>
            <pc:sldMk cId="1229047658" sldId="288"/>
            <ac:spMk id="6" creationId="{3F1C7BCA-5DD7-F4D3-A937-D1C56976DA01}"/>
          </ac:spMkLst>
        </pc:spChg>
      </pc:sldChg>
    </pc:docChg>
  </pc:docChgLst>
  <pc:docChgLst>
    <pc:chgData name="Aman Shrivastava" userId="S::ashrivastava@edunetfoundation.org::c21995ab-fa37-4cde-b5a3-dec0fb9e9a10" providerId="AD" clId="Web-{E27D249D-B118-0810-7731-E1B1C378D9D3}"/>
    <pc:docChg chg="modSld">
      <pc:chgData name="Aman Shrivastava" userId="S::ashrivastava@edunetfoundation.org::c21995ab-fa37-4cde-b5a3-dec0fb9e9a10" providerId="AD" clId="Web-{E27D249D-B118-0810-7731-E1B1C378D9D3}" dt="2026-06-19T09:09:54.163" v="1" actId="20577"/>
      <pc:docMkLst>
        <pc:docMk/>
      </pc:docMkLst>
      <pc:sldChg chg="modSp">
        <pc:chgData name="Aman Shrivastava" userId="S::ashrivastava@edunetfoundation.org::c21995ab-fa37-4cde-b5a3-dec0fb9e9a10" providerId="AD" clId="Web-{E27D249D-B118-0810-7731-E1B1C378D9D3}" dt="2026-06-19T09:09:54.163" v="1" actId="20577"/>
        <pc:sldMkLst>
          <pc:docMk/>
          <pc:sldMk cId="3764405840" sldId="278"/>
        </pc:sldMkLst>
        <pc:spChg chg="mod">
          <ac:chgData name="Aman Shrivastava" userId="S::ashrivastava@edunetfoundation.org::c21995ab-fa37-4cde-b5a3-dec0fb9e9a10" providerId="AD" clId="Web-{E27D249D-B118-0810-7731-E1B1C378D9D3}" dt="2026-06-19T09:09:54.163" v="1" actId="20577"/>
          <ac:spMkLst>
            <pc:docMk/>
            <pc:sldMk cId="3764405840" sldId="278"/>
            <ac:spMk id="3" creationId="{4A7608B5-9906-EFCF-959A-E89FC2E3EE19}"/>
          </ac:spMkLst>
        </pc:spChg>
      </pc:sldChg>
    </pc:docChg>
  </pc:docChgLst>
  <pc:docChgLst>
    <pc:chgData name="Bhupesh Vyankat Ther" userId="S::bvther@edunetfoundation.org::3dcf1697-dd97-45f9-859f-b5bba4487417" providerId="AD" clId="Web-{9DDCDCB8-E336-06C9-9BC1-C212CD122CD0}"/>
    <pc:docChg chg="modSld">
      <pc:chgData name="Bhupesh Vyankat Ther" userId="S::bvther@edunetfoundation.org::3dcf1697-dd97-45f9-859f-b5bba4487417" providerId="AD" clId="Web-{9DDCDCB8-E336-06C9-9BC1-C212CD122CD0}" dt="2026-06-23T04:41:50.196" v="0" actId="1076"/>
      <pc:docMkLst>
        <pc:docMk/>
      </pc:docMkLst>
      <pc:sldChg chg="modSp">
        <pc:chgData name="Bhupesh Vyankat Ther" userId="S::bvther@edunetfoundation.org::3dcf1697-dd97-45f9-859f-b5bba4487417" providerId="AD" clId="Web-{9DDCDCB8-E336-06C9-9BC1-C212CD122CD0}" dt="2026-06-23T04:41:50.196" v="0" actId="1076"/>
        <pc:sldMkLst>
          <pc:docMk/>
          <pc:sldMk cId="1229047658" sldId="288"/>
        </pc:sldMkLst>
        <pc:picChg chg="mod">
          <ac:chgData name="Bhupesh Vyankat Ther" userId="S::bvther@edunetfoundation.org::3dcf1697-dd97-45f9-859f-b5bba4487417" providerId="AD" clId="Web-{9DDCDCB8-E336-06C9-9BC1-C212CD122CD0}" dt="2026-06-23T04:41:50.196" v="0" actId="1076"/>
          <ac:picMkLst>
            <pc:docMk/>
            <pc:sldMk cId="1229047658" sldId="288"/>
            <ac:picMk id="4" creationId="{A037CFD0-B7FF-D9BE-3433-88E5844EF332}"/>
          </ac:picMkLst>
        </pc:picChg>
      </pc:sldChg>
    </pc:docChg>
  </pc:docChgLst>
  <pc:docChgLst>
    <pc:chgData name="Aswini Kumar Motapothula" userId="S::aswinikumar@edunetfoundation.org::8849ae8d-bc89-4217-899c-9440ffcae5bb" providerId="AD" clId="Web-{5597DED7-87E9-8FFE-C42B-07F44890EE69}"/>
    <pc:docChg chg="addSld delSld">
      <pc:chgData name="Aswini Kumar Motapothula" userId="S::aswinikumar@edunetfoundation.org::8849ae8d-bc89-4217-899c-9440ffcae5bb" providerId="AD" clId="Web-{5597DED7-87E9-8FFE-C42B-07F44890EE69}" dt="2026-07-14T12:42:56.737" v="35"/>
      <pc:docMkLst>
        <pc:docMk/>
      </pc:docMkLst>
      <pc:sldChg chg="del">
        <pc:chgData name="Aswini Kumar Motapothula" userId="S::aswinikumar@edunetfoundation.org::8849ae8d-bc89-4217-899c-9440ffcae5bb" providerId="AD" clId="Web-{5597DED7-87E9-8FFE-C42B-07F44890EE69}" dt="2026-07-14T12:42:56.737" v="35"/>
        <pc:sldMkLst>
          <pc:docMk/>
          <pc:sldMk cId="0" sldId="25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9"/>
        <pc:sldMkLst>
          <pc:docMk/>
          <pc:sldMk cId="0" sldId="26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8"/>
        <pc:sldMkLst>
          <pc:docMk/>
          <pc:sldMk cId="0" sldId="264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1"/>
        <pc:sldMkLst>
          <pc:docMk/>
          <pc:sldMk cId="0" sldId="27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7"/>
        <pc:sldMkLst>
          <pc:docMk/>
          <pc:sldMk cId="2115484872" sldId="27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2"/>
        <pc:sldMkLst>
          <pc:docMk/>
          <pc:sldMk cId="3764405840" sldId="27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0"/>
        <pc:sldMkLst>
          <pc:docMk/>
          <pc:sldMk cId="2772501912" sldId="279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4"/>
        <pc:sldMkLst>
          <pc:docMk/>
          <pc:sldMk cId="2136706720" sldId="280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1"/>
        <pc:sldMkLst>
          <pc:docMk/>
          <pc:sldMk cId="328526394" sldId="281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4"/>
        <pc:sldMkLst>
          <pc:docMk/>
          <pc:sldMk cId="2952584201" sldId="28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42.455" v="20"/>
        <pc:sldMkLst>
          <pc:docMk/>
          <pc:sldMk cId="957564641" sldId="283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3"/>
        <pc:sldMkLst>
          <pc:docMk/>
          <pc:sldMk cId="2290294991" sldId="285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6"/>
        <pc:sldMkLst>
          <pc:docMk/>
          <pc:sldMk cId="917964102" sldId="28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5"/>
        <pc:sldMkLst>
          <pc:docMk/>
          <pc:sldMk cId="2605851928" sldId="28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3"/>
        <pc:sldMkLst>
          <pc:docMk/>
          <pc:sldMk cId="1229047658" sldId="28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2"/>
        <pc:sldMkLst>
          <pc:docMk/>
          <pc:sldMk cId="2506610743" sldId="28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157" v="0"/>
        <pc:sldMkLst>
          <pc:docMk/>
          <pc:sldMk cId="3828559527" sldId="29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04" v="1"/>
        <pc:sldMkLst>
          <pc:docMk/>
          <pc:sldMk cId="952317876" sldId="29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66" v="2"/>
        <pc:sldMkLst>
          <pc:docMk/>
          <pc:sldMk cId="261653373" sldId="29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13" v="3"/>
        <pc:sldMkLst>
          <pc:docMk/>
          <pc:sldMk cId="619459906" sldId="29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60" v="4"/>
        <pc:sldMkLst>
          <pc:docMk/>
          <pc:sldMk cId="443603904" sldId="29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563" v="5"/>
        <pc:sldMkLst>
          <pc:docMk/>
          <pc:sldMk cId="3114963633" sldId="29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735" v="6"/>
        <pc:sldMkLst>
          <pc:docMk/>
          <pc:sldMk cId="1316545553" sldId="29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923" v="7"/>
        <pc:sldMkLst>
          <pc:docMk/>
          <pc:sldMk cId="232371894" sldId="29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094" v="8"/>
        <pc:sldMkLst>
          <pc:docMk/>
          <pc:sldMk cId="445195169" sldId="29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235" v="9"/>
        <pc:sldMkLst>
          <pc:docMk/>
          <pc:sldMk cId="4000696967" sldId="29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345" v="10"/>
        <pc:sldMkLst>
          <pc:docMk/>
          <pc:sldMk cId="893417001" sldId="30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548" v="11"/>
        <pc:sldMkLst>
          <pc:docMk/>
          <pc:sldMk cId="1429961814" sldId="30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704" v="12"/>
        <pc:sldMkLst>
          <pc:docMk/>
          <pc:sldMk cId="3585092305" sldId="30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876" v="13"/>
        <pc:sldMkLst>
          <pc:docMk/>
          <pc:sldMk cId="2601907186" sldId="30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38" v="14"/>
        <pc:sldMkLst>
          <pc:docMk/>
          <pc:sldMk cId="2325282270" sldId="30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70" v="15"/>
        <pc:sldMkLst>
          <pc:docMk/>
          <pc:sldMk cId="4040412275" sldId="30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016" v="16"/>
        <pc:sldMkLst>
          <pc:docMk/>
          <pc:sldMk cId="740028465" sldId="30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157" v="17"/>
        <pc:sldMkLst>
          <pc:docMk/>
          <pc:sldMk cId="2833482715" sldId="30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282" v="18"/>
        <pc:sldMkLst>
          <pc:docMk/>
          <pc:sldMk cId="4175177701" sldId="30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391" v="19"/>
        <pc:sldMkLst>
          <pc:docMk/>
          <pc:sldMk cId="1440137342" sldId="309"/>
        </pc:sldMkLst>
      </pc:sldChg>
    </pc:docChg>
  </pc:docChgLst>
  <pc:docChgLst>
    <pc:chgData name="Aswini Kumar Motapothula" userId="S::aswinikumar@edunetfoundation.org::8849ae8d-bc89-4217-899c-9440ffcae5bb" providerId="AD" clId="Web-{0037A25B-DA5D-A37C-3B36-7F0977405ABF}"/>
    <pc:docChg chg="addSld modSld">
      <pc:chgData name="Aswini Kumar Motapothula" userId="S::aswinikumar@edunetfoundation.org::8849ae8d-bc89-4217-899c-9440ffcae5bb" providerId="AD" clId="Web-{0037A25B-DA5D-A37C-3B36-7F0977405ABF}" dt="2026-06-19T05:59:39.887" v="95" actId="20577"/>
      <pc:docMkLst>
        <pc:docMk/>
      </pc:docMkLst>
      <pc:sldChg chg="addSp delSp modSp">
        <pc:chgData name="Aswini Kumar Motapothula" userId="S::aswinikumar@edunetfoundation.org::8849ae8d-bc89-4217-899c-9440ffcae5bb" providerId="AD" clId="Web-{0037A25B-DA5D-A37C-3B36-7F0977405ABF}" dt="2026-06-19T05:59:39.887" v="95" actId="20577"/>
        <pc:sldMkLst>
          <pc:docMk/>
          <pc:sldMk cId="1229047658" sldId="288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9:39.887" v="95" actId="20577"/>
          <ac:spMkLst>
            <pc:docMk/>
            <pc:sldMk cId="1229047658" sldId="288"/>
            <ac:spMk id="3" creationId="{4837D5EE-379B-FDC5-0854-8AC81D31FADF}"/>
          </ac:spMkLst>
        </pc:spChg>
      </pc:sldChg>
      <pc:sldChg chg="addSp delSp modSp new">
        <pc:chgData name="Aswini Kumar Motapothula" userId="S::aswinikumar@edunetfoundation.org::8849ae8d-bc89-4217-899c-9440ffcae5bb" providerId="AD" clId="Web-{0037A25B-DA5D-A37C-3B36-7F0977405ABF}" dt="2026-06-19T05:55:38.278" v="91" actId="1076"/>
        <pc:sldMkLst>
          <pc:docMk/>
          <pc:sldMk cId="2506610743" sldId="289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4:43.950" v="57" actId="1076"/>
          <ac:spMkLst>
            <pc:docMk/>
            <pc:sldMk cId="2506610743" sldId="289"/>
            <ac:spMk id="5" creationId="{CA8544A9-CF92-3FAF-D3EE-31DF90F7A64D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5:27.278" v="87" actId="20577"/>
          <ac:spMkLst>
            <pc:docMk/>
            <pc:sldMk cId="2506610743" sldId="289"/>
            <ac:spMk id="6" creationId="{C0D36B1A-26C2-CD55-1032-4CB5E4EDF305}"/>
          </ac:spMkLst>
        </pc:spChg>
        <pc:picChg chg="add mod modCrop">
          <ac:chgData name="Aswini Kumar Motapothula" userId="S::aswinikumar@edunetfoundation.org::8849ae8d-bc89-4217-899c-9440ffcae5bb" providerId="AD" clId="Web-{0037A25B-DA5D-A37C-3B36-7F0977405ABF}" dt="2026-06-19T05:55:38.278" v="91" actId="1076"/>
          <ac:picMkLst>
            <pc:docMk/>
            <pc:sldMk cId="2506610743" sldId="289"/>
            <ac:picMk id="4" creationId="{099C3698-991D-7A38-C456-893C84C23FC9}"/>
          </ac:picMkLst>
        </pc:picChg>
      </pc:sldChg>
    </pc:docChg>
  </pc:docChgLst>
  <pc:docChgLst>
    <pc:chgData name="Aman Shrivastava" userId="S::ashrivastava@edunetfoundation.org::c21995ab-fa37-4cde-b5a3-dec0fb9e9a10" providerId="AD" clId="Web-{A6B9108B-7598-1D50-C4AA-8A38026DAEEF}"/>
    <pc:docChg chg="modSld">
      <pc:chgData name="Aman Shrivastava" userId="S::ashrivastava@edunetfoundation.org::c21995ab-fa37-4cde-b5a3-dec0fb9e9a10" providerId="AD" clId="Web-{A6B9108B-7598-1D50-C4AA-8A38026DAEEF}" dt="2026-06-19T06:56:18.840" v="15" actId="20577"/>
      <pc:docMkLst>
        <pc:docMk/>
      </pc:docMkLst>
      <pc:sldChg chg="modSp">
        <pc:chgData name="Aman Shrivastava" userId="S::ashrivastava@edunetfoundation.org::c21995ab-fa37-4cde-b5a3-dec0fb9e9a10" providerId="AD" clId="Web-{A6B9108B-7598-1D50-C4AA-8A38026DAEEF}" dt="2026-06-19T06:56:18.840" v="15" actId="20577"/>
        <pc:sldMkLst>
          <pc:docMk/>
          <pc:sldMk cId="2605851928" sldId="287"/>
        </pc:sldMkLst>
        <pc:spChg chg="mod">
          <ac:chgData name="Aman Shrivastava" userId="S::ashrivastava@edunetfoundation.org::c21995ab-fa37-4cde-b5a3-dec0fb9e9a10" providerId="AD" clId="Web-{A6B9108B-7598-1D50-C4AA-8A38026DAEEF}" dt="2026-06-19T06:56:18.840" v="15" actId="20577"/>
          <ac:spMkLst>
            <pc:docMk/>
            <pc:sldMk cId="2605851928" sldId="287"/>
            <ac:spMk id="279" creationId="{3711AF54-94A6-B837-31EF-9A8C4ECB9AF6}"/>
          </ac:spMkLst>
        </pc:spChg>
      </pc:sldChg>
      <pc:sldChg chg="addSp delSp modSp">
        <pc:chgData name="Aman Shrivastava" userId="S::ashrivastava@edunetfoundation.org::c21995ab-fa37-4cde-b5a3-dec0fb9e9a10" providerId="AD" clId="Web-{A6B9108B-7598-1D50-C4AA-8A38026DAEEF}" dt="2026-06-19T06:56:04.356" v="13" actId="1076"/>
        <pc:sldMkLst>
          <pc:docMk/>
          <pc:sldMk cId="1229047658" sldId="288"/>
        </pc:sldMkLst>
        <pc:picChg chg="add mod">
          <ac:chgData name="Aman Shrivastava" userId="S::ashrivastava@edunetfoundation.org::c21995ab-fa37-4cde-b5a3-dec0fb9e9a10" providerId="AD" clId="Web-{A6B9108B-7598-1D50-C4AA-8A38026DAEEF}" dt="2026-06-19T06:56:04.356" v="13" actId="1076"/>
          <ac:picMkLst>
            <pc:docMk/>
            <pc:sldMk cId="1229047658" sldId="288"/>
            <ac:picMk id="4" creationId="{A037CFD0-B7FF-D9BE-3433-88E5844EF332}"/>
          </ac:picMkLst>
        </pc:picChg>
      </pc:sldChg>
      <pc:sldChg chg="addSp delSp modSp">
        <pc:chgData name="Aman Shrivastava" userId="S::ashrivastava@edunetfoundation.org::c21995ab-fa37-4cde-b5a3-dec0fb9e9a10" providerId="AD" clId="Web-{A6B9108B-7598-1D50-C4AA-8A38026DAEEF}" dt="2026-06-19T06:53:17.010" v="3"/>
        <pc:sldMkLst>
          <pc:docMk/>
          <pc:sldMk cId="2506610743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111881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58805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=""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=""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=""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=""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=""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=""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=""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=""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=""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=""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=""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=""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=""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=""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=""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10850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41571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=""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=""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=""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=""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=""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=""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=""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=""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=""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=""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=""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=""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=""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=""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=""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=""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=""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=""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0048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manaswitha138@gmail.com(Registered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hyperlink" Target="mailto:25RH1A67Y4@mrecw.co.in(ibm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r>
              <a:rPr lang="en-US" b="1"/>
              <a:t/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634326029"/>
              </p:ext>
            </p:extLst>
          </p:nvPr>
        </p:nvGraphicFramePr>
        <p:xfrm>
          <a:off x="1299257" y="2600315"/>
          <a:ext cx="9394989" cy="2344847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 err="1" smtClean="0"/>
                        <a:t>Vijjeswarapu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Manaswitha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 smtClean="0">
                          <a:hlinkClick r:id="rId3"/>
                        </a:rPr>
                        <a:t>manaswitha138@gmail.com(Registered</a:t>
                      </a:r>
                      <a:r>
                        <a:rPr lang="en-US" baseline="0" dirty="0" smtClean="0"/>
                        <a:t> mail),                  </a:t>
                      </a:r>
                      <a:r>
                        <a:rPr lang="en-US" baseline="0" dirty="0" smtClean="0">
                          <a:hlinkClick r:id="rId4"/>
                        </a:rPr>
                        <a:t>25RH1A67Y4@mrecw.co.in(</a:t>
                      </a:r>
                      <a:r>
                        <a:rPr lang="en-US" baseline="0" dirty="0" err="1" smtClean="0">
                          <a:hlinkClick r:id="rId4"/>
                        </a:rPr>
                        <a:t>ibm</a:t>
                      </a:r>
                      <a:r>
                        <a:rPr lang="en-US" baseline="0" dirty="0" smtClean="0"/>
                        <a:t> cloud and </a:t>
                      </a:r>
                      <a:r>
                        <a:rPr lang="en-US" baseline="0" dirty="0" err="1" smtClean="0"/>
                        <a:t>ibm</a:t>
                      </a:r>
                      <a:r>
                        <a:rPr lang="en-US" baseline="0" dirty="0" smtClean="0"/>
                        <a:t> bob </a:t>
                      </a:r>
                      <a:r>
                        <a:rPr lang="en-US" baseline="0" dirty="0" err="1" smtClean="0"/>
                        <a:t>logined</a:t>
                      </a:r>
                      <a:r>
                        <a:rPr lang="en-US" baseline="0" smtClean="0"/>
                        <a:t> mail)           </a:t>
                      </a:r>
                      <a:endParaRPr lang="en-US" smtClean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 smtClean="0"/>
                        <a:t>9490785081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</a:t>
            </a:r>
            <a:r>
              <a:rPr lang="en-US" sz="2000" b="1" dirty="0"/>
              <a:t>– </a:t>
            </a:r>
            <a:r>
              <a:rPr lang="en-IN" sz="2000" dirty="0"/>
              <a:t>Travel &amp; Tourism</a:t>
            </a:r>
            <a:endParaRPr lang="en-IN" sz="20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52449" y="621401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</a:t>
            </a:r>
            <a:r>
              <a:rPr lang="en-US" sz="2000" b="1" dirty="0" smtClean="0"/>
              <a:t>– </a:t>
            </a:r>
            <a:r>
              <a:rPr lang="en-IN" sz="2000" dirty="0" smtClean="0"/>
              <a:t>Travel </a:t>
            </a:r>
            <a:r>
              <a:rPr lang="en-IN" sz="2000" dirty="0"/>
              <a:t>Planner </a:t>
            </a:r>
            <a:r>
              <a:rPr lang="en-IN" sz="2000" dirty="0" smtClean="0"/>
              <a:t>Agent</a:t>
            </a:r>
            <a:endParaRPr lang="en-IN" sz="2000" b="1" dirty="0">
              <a:highlight>
                <a:srgbClr val="FFFF00"/>
              </a:highlight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098" y="3565121"/>
            <a:ext cx="1022556" cy="105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=""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42544" y="1165753"/>
            <a:ext cx="1060704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/>
              <a:t>Problem </a:t>
            </a:r>
            <a:r>
              <a:rPr lang="en-US" sz="1600" b="1" dirty="0" smtClean="0"/>
              <a:t>Statement </a:t>
            </a:r>
            <a:r>
              <a:rPr lang="en-US" b="1" dirty="0" smtClean="0"/>
              <a:t>: </a:t>
            </a:r>
            <a:r>
              <a:rPr lang="en-US" b="1" dirty="0"/>
              <a:t>Travel Planner </a:t>
            </a:r>
            <a:r>
              <a:rPr lang="en-US" b="1" dirty="0" smtClean="0"/>
              <a:t>Agent</a:t>
            </a:r>
          </a:p>
          <a:p>
            <a:pPr algn="just"/>
            <a:endParaRPr lang="en-US" b="1" dirty="0"/>
          </a:p>
          <a:p>
            <a:pPr algn="just"/>
            <a:r>
              <a:rPr lang="en-US" sz="1600" b="1" dirty="0"/>
              <a:t>The </a:t>
            </a:r>
            <a:r>
              <a:rPr lang="en-US" sz="1600" b="1" dirty="0" smtClean="0"/>
              <a:t>Challenge:</a:t>
            </a:r>
            <a:endParaRPr lang="en-US" b="1" dirty="0"/>
          </a:p>
          <a:p>
            <a:pPr algn="just"/>
            <a:r>
              <a:rPr lang="en-US" dirty="0"/>
              <a:t>Planning a trip can be complex because travelers need to consider </a:t>
            </a:r>
            <a:r>
              <a:rPr lang="en-US" b="1" dirty="0"/>
              <a:t>destinations, itineraries, transportation, accommodation, budget, weather, local attractions, food, and cultural preferences</a:t>
            </a:r>
            <a:r>
              <a:rPr lang="en-US" dirty="0"/>
              <a:t>. Travel information is often scattered across multiple sources, making it difficult to create a personalized and efficient travel plan. Without </a:t>
            </a:r>
            <a:r>
              <a:rPr lang="en-US" b="1" dirty="0"/>
              <a:t>intelligent and context-aware guidance</a:t>
            </a:r>
            <a:r>
              <a:rPr lang="en-US" dirty="0"/>
              <a:t>, users may spend significant time researching and organizing their trips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sz="1600" b="1" dirty="0"/>
              <a:t>The </a:t>
            </a:r>
            <a:r>
              <a:rPr lang="en-US" sz="1600" b="1" dirty="0" smtClean="0"/>
              <a:t>Objective:</a:t>
            </a:r>
            <a:endParaRPr lang="en-US" sz="1600" b="1" dirty="0"/>
          </a:p>
          <a:p>
            <a:pPr algn="just"/>
            <a:r>
              <a:rPr lang="en-US" dirty="0"/>
              <a:t>Build an </a:t>
            </a:r>
            <a:r>
              <a:rPr lang="en-US" b="1" dirty="0"/>
              <a:t>AI-powered Travel Planner Agent</a:t>
            </a:r>
            <a:r>
              <a:rPr lang="en-US" dirty="0"/>
              <a:t> that provides </a:t>
            </a:r>
            <a:r>
              <a:rPr lang="en-US" b="1" dirty="0"/>
              <a:t>personalized travel planning and guidance</a:t>
            </a:r>
            <a:r>
              <a:rPr lang="en-US" dirty="0"/>
              <a:t> for users traveling across India. The solution should</a:t>
            </a:r>
            <a:r>
              <a:rPr lang="en-US" dirty="0" smtClean="0"/>
              <a:t>:</a:t>
            </a:r>
            <a:endParaRPr lang="en-US" dirty="0"/>
          </a:p>
          <a:p>
            <a:pPr algn="just"/>
            <a:r>
              <a:rPr lang="en-US" b="1" dirty="0"/>
              <a:t>Personalized Itinerary Planning</a:t>
            </a:r>
            <a:r>
              <a:rPr lang="en-US" dirty="0"/>
              <a:t> – Generate day-wise travel plans based on destination, trip duration, budget, interests, and user preferences. </a:t>
            </a:r>
          </a:p>
          <a:p>
            <a:pPr algn="just"/>
            <a:r>
              <a:rPr lang="en-US" b="1" dirty="0"/>
              <a:t>Destination Recommendations</a:t>
            </a:r>
            <a:r>
              <a:rPr lang="en-US" dirty="0"/>
              <a:t> – Suggest suitable Indian destinations and attractions according to the user's requirements. </a:t>
            </a:r>
          </a:p>
          <a:p>
            <a:pPr algn="just"/>
            <a:r>
              <a:rPr lang="en-US" b="1" dirty="0"/>
              <a:t>Transport &amp; Travel Guidance</a:t>
            </a:r>
            <a:r>
              <a:rPr lang="en-US" dirty="0"/>
              <a:t> – Recommend practical transportation options and help organize the sequence of places to visit. </a:t>
            </a:r>
          </a:p>
          <a:p>
            <a:pPr algn="just"/>
            <a:r>
              <a:rPr lang="en-US" b="1" dirty="0"/>
              <a:t>Budget Planning</a:t>
            </a:r>
            <a:r>
              <a:rPr lang="en-US" dirty="0"/>
              <a:t> – Provide approximate travel budgets covering transportation, accommodation, food, and activities. </a:t>
            </a:r>
          </a:p>
          <a:p>
            <a:pPr algn="just"/>
            <a:r>
              <a:rPr lang="en-US" b="1" dirty="0"/>
              <a:t>Food &amp; Cultural Recommendations</a:t>
            </a:r>
            <a:r>
              <a:rPr lang="en-US" dirty="0"/>
              <a:t> – Suggest local cuisines, cultural experiences, and important travel tips. </a:t>
            </a:r>
          </a:p>
          <a:p>
            <a:pPr algn="just"/>
            <a:r>
              <a:rPr lang="en-US" b="1" dirty="0"/>
              <a:t>Conversational Travel Assistance</a:t>
            </a:r>
            <a:r>
              <a:rPr lang="en-US" dirty="0"/>
              <a:t> – Allow users to ask follow-up questions and receive context-aware responses using conversation history. </a:t>
            </a:r>
          </a:p>
          <a:p>
            <a:pPr algn="just"/>
            <a:r>
              <a:rPr lang="en-US" b="1" dirty="0"/>
              <a:t>AI-Powered Travel Agent</a:t>
            </a:r>
            <a:r>
              <a:rPr lang="en-US" dirty="0"/>
              <a:t> – Use </a:t>
            </a:r>
            <a:r>
              <a:rPr lang="en-US" b="1" dirty="0"/>
              <a:t>IBM Granite AI</a:t>
            </a:r>
            <a:r>
              <a:rPr lang="en-US" dirty="0"/>
              <a:t> to understand natural-language requests and generate personalized travel recommendations.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42544" y="556604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=""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320433" y="733246"/>
            <a:ext cx="1060704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Proposed Solution – </a:t>
            </a:r>
            <a:r>
              <a:rPr lang="en-US" sz="1600" b="1" dirty="0" err="1"/>
              <a:t>Yatra</a:t>
            </a:r>
            <a:r>
              <a:rPr lang="en-US" sz="1600" b="1" dirty="0"/>
              <a:t>: India Travel Agent</a:t>
            </a:r>
          </a:p>
          <a:p>
            <a:r>
              <a:rPr lang="en-US" b="1" dirty="0" err="1"/>
              <a:t>Yatra</a:t>
            </a:r>
            <a:r>
              <a:rPr lang="en-US" dirty="0"/>
              <a:t> is an AI-powered Travel Planner Agent that simplifies trip planning by providing personalized travel recommendations, day-wise itineraries, transportation guidance, budget suggestions, food recommendations, and cultural information through a conversational interface.</a:t>
            </a:r>
          </a:p>
          <a:p>
            <a:r>
              <a:rPr lang="en-US" dirty="0"/>
              <a:t>The solution uses </a:t>
            </a:r>
            <a:r>
              <a:rPr lang="en-US" b="1" dirty="0"/>
              <a:t>IBM Granite AI</a:t>
            </a:r>
            <a:r>
              <a:rPr lang="en-US" dirty="0"/>
              <a:t> to understand user requirements such as destination, trip duration, budget, interests, and preferences, and then generates a customized travel plan. The system maintains conversation context so users can refine their plans through follow-up questions.</a:t>
            </a:r>
          </a:p>
          <a:p>
            <a:r>
              <a:rPr lang="en-US" sz="1600" b="1" dirty="0"/>
              <a:t>Key </a:t>
            </a:r>
            <a:r>
              <a:rPr lang="en-US" sz="1600" b="1" dirty="0" smtClean="0"/>
              <a:t>Components:</a:t>
            </a:r>
            <a:endParaRPr lang="en-US" sz="1600" b="1" dirty="0"/>
          </a:p>
          <a:p>
            <a:r>
              <a:rPr lang="en-US" b="1" dirty="0"/>
              <a:t>AI Travel Planning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Generates personalized day-wise itineraries. </a:t>
            </a:r>
          </a:p>
          <a:p>
            <a:pPr lvl="1"/>
            <a:r>
              <a:rPr lang="en-US" dirty="0"/>
              <a:t>Considers duration, interests, budget, and destination. </a:t>
            </a:r>
          </a:p>
          <a:p>
            <a:r>
              <a:rPr lang="en-US" b="1" dirty="0"/>
              <a:t>Destination Recommendation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Suggests suitable Indian destinations based on user preferences. </a:t>
            </a:r>
          </a:p>
          <a:p>
            <a:pPr lvl="1"/>
            <a:r>
              <a:rPr lang="en-US" dirty="0"/>
              <a:t>Provides attractions and activities to consider. </a:t>
            </a:r>
          </a:p>
          <a:p>
            <a:r>
              <a:rPr lang="en-US" b="1" dirty="0"/>
              <a:t>Budget Planning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Gives approximate spending guidance for accommodation, food, transport, and activities. </a:t>
            </a:r>
          </a:p>
          <a:p>
            <a:pPr lvl="1"/>
            <a:r>
              <a:rPr lang="en-US" dirty="0"/>
              <a:t>Helps users plan within their stated budget. </a:t>
            </a:r>
          </a:p>
          <a:p>
            <a:r>
              <a:rPr lang="en-US" b="1" dirty="0"/>
              <a:t>Transport &amp; Activity Guidance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Suggests suitable transportation options. </a:t>
            </a:r>
          </a:p>
          <a:p>
            <a:pPr lvl="1"/>
            <a:r>
              <a:rPr lang="en-US" dirty="0"/>
              <a:t>Recommends activities and places based on the itinerary. </a:t>
            </a:r>
          </a:p>
          <a:p>
            <a:r>
              <a:rPr lang="en-US" b="1" dirty="0"/>
              <a:t>Food &amp; Cultural Recommendations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Recommends regional cuisines and local experiences. </a:t>
            </a:r>
          </a:p>
          <a:p>
            <a:pPr lvl="1"/>
            <a:r>
              <a:rPr lang="en-US" dirty="0"/>
              <a:t>Provides basic cultural and travel tips. </a:t>
            </a:r>
          </a:p>
          <a:p>
            <a:r>
              <a:rPr lang="en-US" b="1" dirty="0"/>
              <a:t>Conversational Travel Assistant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Allows users to ask follow-up questions naturally. </a:t>
            </a:r>
          </a:p>
          <a:p>
            <a:pPr lvl="1"/>
            <a:r>
              <a:rPr lang="en-US" dirty="0"/>
              <a:t>Maintains recent conversation context for a continuous planning experience.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320433" y="147484"/>
            <a:ext cx="6007509" cy="409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/>
              <a:t>PROPOSED SOLUTION -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=""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/>
              <a:t>• </a:t>
            </a:r>
            <a:r>
              <a:rPr lang="en-US" sz="2000" b="1" dirty="0"/>
              <a:t>IBM Granite Model</a:t>
            </a:r>
            <a:r>
              <a:rPr lang="en-US" sz="2000" dirty="0"/>
              <a:t> – For natural language understanding, reasoning, personalized travel planning, itinerary generation, and travel recommendations</a:t>
            </a:r>
            <a:r>
              <a:rPr lang="en-US" sz="2000" dirty="0" smtClean="0"/>
              <a:t>.</a:t>
            </a:r>
            <a:endParaRPr lang="en-US" sz="2000" dirty="0"/>
          </a:p>
          <a:p>
            <a:pPr lvl="1"/>
            <a:r>
              <a:rPr lang="en-US" sz="2000" dirty="0"/>
              <a:t>• </a:t>
            </a:r>
            <a:r>
              <a:rPr lang="en-US" sz="2000" b="1" dirty="0"/>
              <a:t>IBM Cloud</a:t>
            </a:r>
            <a:r>
              <a:rPr lang="en-US" sz="2000" dirty="0"/>
              <a:t> – Provides the infrastructure and cloud environment to build, deploy, and run the Travel Planner Agent efficiently and securely.</a:t>
            </a:r>
          </a:p>
          <a:p>
            <a:pPr lvl="1"/>
            <a:r>
              <a:rPr lang="en-US" sz="2000" dirty="0"/>
              <a:t>• </a:t>
            </a:r>
            <a:r>
              <a:rPr lang="en-US" sz="2000" b="1" dirty="0"/>
              <a:t>IBM watsonx.ai</a:t>
            </a:r>
            <a:r>
              <a:rPr lang="en-US" sz="2000" dirty="0"/>
              <a:t> – For accessing and integrating IBM Granite models and supporting AI-powered application development.</a:t>
            </a:r>
          </a:p>
          <a:p>
            <a:pPr lvl="1"/>
            <a:r>
              <a:rPr lang="en-US" sz="2000" dirty="0"/>
              <a:t>• </a:t>
            </a:r>
            <a:r>
              <a:rPr lang="en-US" sz="2000" b="1" dirty="0"/>
              <a:t>RAG (Retrieval-Augmented Generation)</a:t>
            </a:r>
            <a:r>
              <a:rPr lang="en-US" sz="2000" dirty="0"/>
              <a:t> – To retrieve relevant travel information first and then generate accurate and context-aware travel recommendations.</a:t>
            </a:r>
          </a:p>
          <a:p>
            <a:pPr lvl="1"/>
            <a:r>
              <a:rPr lang="en-US" sz="2000" dirty="0"/>
              <a:t>• </a:t>
            </a:r>
            <a:r>
              <a:rPr lang="en-US" sz="2000" b="1" dirty="0"/>
              <a:t>Node.js &amp; Express.js</a:t>
            </a:r>
            <a:r>
              <a:rPr lang="en-US" sz="2000" dirty="0"/>
              <a:t> – For developing the backend, handling API requests, managing conversations, and connecting the application with IBM Granite.</a:t>
            </a:r>
          </a:p>
          <a:p>
            <a:pPr lvl="1"/>
            <a:r>
              <a:rPr lang="en-US" sz="2000" dirty="0"/>
              <a:t>• </a:t>
            </a:r>
            <a:r>
              <a:rPr lang="en-US" sz="2000" b="1" dirty="0"/>
              <a:t>HTML, CSS &amp; JavaScript</a:t>
            </a:r>
            <a:r>
              <a:rPr lang="en-US" sz="2000" dirty="0"/>
              <a:t> – For designing and developing the interactive and responsive user interface.</a:t>
            </a:r>
          </a:p>
          <a:p>
            <a:pPr lvl="1"/>
            <a:r>
              <a:rPr lang="en-US" sz="2000" dirty="0"/>
              <a:t>• </a:t>
            </a:r>
            <a:r>
              <a:rPr lang="en-US" sz="2000" b="1" dirty="0"/>
              <a:t>IBM IAM</a:t>
            </a:r>
            <a:r>
              <a:rPr lang="en-US" sz="2000" dirty="0"/>
              <a:t> – For secure authentication and access to IBM Cloud and Granite API services.</a:t>
            </a:r>
          </a:p>
          <a:p>
            <a:pPr lvl="1"/>
            <a:r>
              <a:rPr lang="en-US" sz="2000" dirty="0"/>
              <a:t>• </a:t>
            </a:r>
            <a:r>
              <a:rPr lang="en-US" sz="2000" b="1" dirty="0" err="1"/>
              <a:t>Git</a:t>
            </a:r>
            <a:r>
              <a:rPr lang="en-US" sz="2000" b="1" dirty="0"/>
              <a:t> &amp; GitHub</a:t>
            </a:r>
            <a:r>
              <a:rPr lang="en-US" sz="2000" dirty="0"/>
              <a:t> – For source-code management and version control.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=""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=""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=""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=""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=""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=""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=""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=""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99" y="1003055"/>
            <a:ext cx="10058400" cy="523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=""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=""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826" y="916488"/>
            <a:ext cx="10058400" cy="541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57" y="854778"/>
            <a:ext cx="10058400" cy="523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=""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226258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90" y="942109"/>
            <a:ext cx="10670737" cy="523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475488" y="941223"/>
            <a:ext cx="740664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Role of Agentic AI in Travel Agent</a:t>
            </a:r>
          </a:p>
          <a:p>
            <a:r>
              <a:rPr lang="en-US" sz="1600" b="1" dirty="0"/>
              <a:t>Agentic AI</a:t>
            </a:r>
            <a:r>
              <a:rPr lang="en-US" sz="1600" dirty="0"/>
              <a:t> acts as the intelligent decision-making system of the </a:t>
            </a:r>
            <a:r>
              <a:rPr lang="en-US" sz="1600" dirty="0" err="1"/>
              <a:t>Yatra</a:t>
            </a:r>
            <a:r>
              <a:rPr lang="en-US" sz="1600" dirty="0"/>
              <a:t> Travel Agent. Instead of only answering questions, it can understand the user's travel goals, plan tasks, use available tools/data, and generate a personalized travel plan.</a:t>
            </a:r>
          </a:p>
          <a:p>
            <a:r>
              <a:rPr lang="en-US" sz="1600" b="1" dirty="0"/>
              <a:t>Understands User Requirements</a:t>
            </a:r>
            <a:r>
              <a:rPr lang="en-US" sz="1600" dirty="0"/>
              <a:t> – Identifies destination, duration, budget, interests, and preferences from natural-language queries. </a:t>
            </a:r>
          </a:p>
          <a:p>
            <a:r>
              <a:rPr lang="en-US" sz="1600" b="1" dirty="0"/>
              <a:t>Autonomous Trip Planning</a:t>
            </a:r>
            <a:r>
              <a:rPr lang="en-US" sz="1600" dirty="0"/>
              <a:t> – Creates complete day-wise itineraries by deciding suitable destinations, activities, and schedules. </a:t>
            </a:r>
          </a:p>
          <a:p>
            <a:r>
              <a:rPr lang="en-US" sz="1600" b="1" dirty="0"/>
              <a:t>Personalized Recommendations</a:t>
            </a:r>
            <a:r>
              <a:rPr lang="en-US" sz="1600" dirty="0"/>
              <a:t> – Adapts travel suggestions according to the user's budget, interests, and constraints. </a:t>
            </a:r>
          </a:p>
          <a:p>
            <a:r>
              <a:rPr lang="en-US" sz="1600" b="1" dirty="0"/>
              <a:t>Data &amp; Tool Usage</a:t>
            </a:r>
            <a:r>
              <a:rPr lang="en-US" sz="1600" dirty="0"/>
              <a:t> – Can use travel information such as maps, weather, transport, hotels, and local attractions when integrated with external tools/APIs. </a:t>
            </a:r>
          </a:p>
          <a:p>
            <a:r>
              <a:rPr lang="en-US" sz="1600" b="1" dirty="0"/>
              <a:t>Budget Optimization</a:t>
            </a:r>
            <a:r>
              <a:rPr lang="en-US" sz="1600" dirty="0"/>
              <a:t> – Helps distribute the available budget across transport, accommodation, food, and activities. </a:t>
            </a:r>
          </a:p>
          <a:p>
            <a:r>
              <a:rPr lang="en-US" sz="1600" b="1" dirty="0"/>
              <a:t>Conversational Memory</a:t>
            </a:r>
            <a:r>
              <a:rPr lang="en-US" sz="1600" dirty="0"/>
              <a:t> – Uses previous interactions to refine the itinerary when the user asks follow-up questions. </a:t>
            </a:r>
          </a:p>
          <a:p>
            <a:r>
              <a:rPr lang="en-US" sz="1600" b="1" dirty="0"/>
              <a:t>Dynamic Decision-Making</a:t>
            </a:r>
            <a:r>
              <a:rPr lang="en-US" sz="1600" dirty="0"/>
              <a:t> – Can modify the travel plan when requirements or travel conditions change. </a:t>
            </a:r>
          </a:p>
          <a:p>
            <a:r>
              <a:rPr lang="en-US" sz="1600" b="1" dirty="0"/>
              <a:t>End-to-End Assistance</a:t>
            </a:r>
            <a:r>
              <a:rPr lang="en-US" sz="1600" dirty="0"/>
              <a:t> – Brings destination discovery, itinerary planning, recommendations, and travel guidance together in one conversational agent.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=""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=""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=""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=""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=""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44" y="656823"/>
            <a:ext cx="11333732" cy="580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=""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=""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=""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=""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=""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945" y="944150"/>
            <a:ext cx="10058400" cy="506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=""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=""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=""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=""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=""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283" y="1101159"/>
            <a:ext cx="10058400" cy="500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=""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619924" y="1305331"/>
            <a:ext cx="1130198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Yatra</a:t>
            </a:r>
            <a:r>
              <a:rPr lang="en-US" sz="1800" dirty="0"/>
              <a:t> – India Travel Agent is an AI-powered travel planning system designed specifically for travel within India. Unlike traditional travel websites that mainly provide fixed information, </a:t>
            </a:r>
            <a:r>
              <a:rPr lang="en-US" sz="1800" dirty="0" err="1"/>
              <a:t>Yatra</a:t>
            </a:r>
            <a:r>
              <a:rPr lang="en-US" sz="1800" dirty="0"/>
              <a:t> understands the user's requirements through natural-language conversation and creates personalized travel plans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r>
              <a:rPr lang="en-US" sz="1800" b="1" dirty="0"/>
              <a:t>Novelty:</a:t>
            </a:r>
            <a:endParaRPr lang="en-US" sz="1800" dirty="0"/>
          </a:p>
          <a:p>
            <a:r>
              <a:rPr lang="en-US" sz="1800" dirty="0"/>
              <a:t>Uses IBM Granite to provide conversational AI-based travel assistance. </a:t>
            </a:r>
          </a:p>
          <a:p>
            <a:r>
              <a:rPr lang="en-US" sz="1800" dirty="0"/>
              <a:t>Generates personalized day-wise itineraries based on destination, duration, budget, and interests. </a:t>
            </a:r>
          </a:p>
          <a:p>
            <a:r>
              <a:rPr lang="en-US" sz="1800" dirty="0"/>
              <a:t>Combines itinerary planning, transportation guidance, food recommendations, and cultural experiences in one platform. </a:t>
            </a:r>
          </a:p>
          <a:p>
            <a:r>
              <a:rPr lang="en-US" sz="1800" dirty="0"/>
              <a:t>Adapts recommendations based on follow-up conversations with the user. </a:t>
            </a:r>
          </a:p>
          <a:p>
            <a:r>
              <a:rPr lang="en-US" sz="1800" dirty="0"/>
              <a:t>Provides budget-conscious travel suggestions for different types of travelers. </a:t>
            </a:r>
          </a:p>
          <a:p>
            <a:r>
              <a:rPr lang="en-US" sz="1800" dirty="0"/>
              <a:t>Focuses on India-specific destinations, cuisine, culture, and travel experiences.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b="1" dirty="0"/>
              <a:t>Uniqueness: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The main uniqueness of </a:t>
            </a:r>
            <a:r>
              <a:rPr lang="en-US" sz="1800" dirty="0" err="1"/>
              <a:t>Yatra</a:t>
            </a:r>
            <a:r>
              <a:rPr lang="en-US" sz="1800" dirty="0"/>
              <a:t> is its ability to act as a conversational travel agent rather than simply displaying pre-defined travel information. It converts a user's travel requirements into a structured and personalized travel plan using AI.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=""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=""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=""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–https://github.com/manaswitha138/TRAVEL_AGENT?utm_source=chatgpt.com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All Agent relevant files of IBM Cloud , 2) yourproblemstatement.pdf file  3) your projectpresntation.pptx file 4)any other files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=""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=""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=""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=""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=""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=""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000" dirty="0"/>
              <a:t>Integration with real-time </a:t>
            </a:r>
            <a:r>
              <a:rPr lang="en-US" sz="2000" b="1" dirty="0"/>
              <a:t>weather, maps, traffic, and transportation APIs</a:t>
            </a:r>
            <a:r>
              <a:rPr lang="en-US" sz="2000" dirty="0"/>
              <a:t>. </a:t>
            </a:r>
          </a:p>
          <a:p>
            <a:r>
              <a:rPr lang="en-US" sz="2000" dirty="0"/>
              <a:t>Real-time </a:t>
            </a:r>
            <a:r>
              <a:rPr lang="en-US" sz="2000" b="1" dirty="0"/>
              <a:t>hotel, flight, train, and ticket availability</a:t>
            </a:r>
            <a:r>
              <a:rPr lang="en-US" sz="2000" dirty="0"/>
              <a:t> with booking support. </a:t>
            </a:r>
          </a:p>
          <a:p>
            <a:r>
              <a:rPr lang="en-US" sz="2000" dirty="0"/>
              <a:t>Voice-based interaction for easier and more natural travel planning. </a:t>
            </a:r>
          </a:p>
          <a:p>
            <a:r>
              <a:rPr lang="en-US" sz="2000" dirty="0"/>
              <a:t>Multilingual support for </a:t>
            </a:r>
            <a:r>
              <a:rPr lang="en-US" sz="2000" b="1" dirty="0"/>
              <a:t>Indian regional languages</a:t>
            </a:r>
            <a:r>
              <a:rPr lang="en-US" sz="2000" dirty="0"/>
              <a:t>. </a:t>
            </a:r>
          </a:p>
          <a:p>
            <a:r>
              <a:rPr lang="en-US" sz="2000" dirty="0"/>
              <a:t>Advanced budget optimization and </a:t>
            </a:r>
            <a:r>
              <a:rPr lang="en-US" sz="2000" b="1" dirty="0"/>
              <a:t>personalized trip recommendations</a:t>
            </a:r>
            <a:r>
              <a:rPr lang="en-US" sz="2000" dirty="0"/>
              <a:t>. </a:t>
            </a:r>
          </a:p>
          <a:p>
            <a:r>
              <a:rPr lang="en-US" sz="2000" dirty="0"/>
              <a:t>Integration of live location and route optimization during travel. </a:t>
            </a:r>
          </a:p>
          <a:p>
            <a:r>
              <a:rPr lang="en-US" sz="2000" dirty="0"/>
              <a:t>Personalized recommendations based on previous trips and user preferences. </a:t>
            </a:r>
          </a:p>
          <a:p>
            <a:r>
              <a:rPr lang="en-US" sz="2000" dirty="0"/>
              <a:t>Integration with local guides and tourism services. </a:t>
            </a:r>
          </a:p>
          <a:p>
            <a:r>
              <a:rPr lang="en-US" sz="2000" dirty="0"/>
              <a:t>Mobile application development for Android and iOS. </a:t>
            </a:r>
          </a:p>
          <a:p>
            <a:r>
              <a:rPr lang="en-US" sz="2000" dirty="0"/>
              <a:t>Continuous improvement using updated travel data and user feedback.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=""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=""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=""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Please  add your </a:t>
            </a:r>
            <a:r>
              <a:rPr lang="en-US" sz="2400" b="1" dirty="0" err="1"/>
              <a:t>credly</a:t>
            </a:r>
            <a:r>
              <a:rPr lang="en-US" sz="2400" b="1" dirty="0"/>
              <a:t> certificate(Getting Started with Artificial Intelligence)  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718" y="1367169"/>
            <a:ext cx="9232685" cy="471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312478"/>
            <a:ext cx="9143999" cy="514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1193</Words>
  <Application>Microsoft Office PowerPoint</Application>
  <PresentationFormat>Widescreen</PresentationFormat>
  <Paragraphs>122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Microsoft account</cp:lastModifiedBy>
  <cp:revision>11</cp:revision>
  <dcterms:created xsi:type="dcterms:W3CDTF">2025-07-08T05:06:56Z</dcterms:created>
  <dcterms:modified xsi:type="dcterms:W3CDTF">2026-09-11T12:39:49Z</dcterms:modified>
</cp:coreProperties>
</file>